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21" Type="http://schemas.openxmlformats.org/officeDocument/2006/relationships/slide" Target="slides/slide2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4.png"/></Relationships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6035040" cy="516636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6_naspinn_pro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534668"/>
            <a:ext cx="5888736" cy="39258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12280" y="914400"/>
            <a:ext cx="4389120" cy="105156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8584" y="1024128"/>
            <a:ext cx="409651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Step 1: FEM anchors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8584" y="1353312"/>
            <a:ext cx="4096511" cy="539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FEM gives trusted reference states at selected times.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2148840"/>
            <a:ext cx="4389120" cy="105156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8584" y="2258568"/>
            <a:ext cx="409651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Step 2: choose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8584" y="2587752"/>
            <a:ext cx="4096511" cy="539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The skip factor decides how many FEM calls are skipped.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3383280"/>
            <a:ext cx="4389120" cy="105156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8584" y="3493008"/>
            <a:ext cx="409651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Step 3: PINN predicts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4" y="3822191"/>
            <a:ext cx="4096511" cy="539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NAS-PINN fills the skipped thermal windows.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4617720"/>
            <a:ext cx="4389120" cy="105156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8584" y="4727448"/>
            <a:ext cx="409651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Step 4: correct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5056631"/>
            <a:ext cx="4096511" cy="539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The next FEM anchor limits drift and resets the field.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MSWP Framework: Working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METHOD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