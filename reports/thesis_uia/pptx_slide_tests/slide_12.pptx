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4" Type="http://schemas.openxmlformats.org/officeDocument/2006/relationships/slide" Target="slides/slide1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6012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08660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First use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Repeated use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708660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FEM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Can be fast for one small case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Must solve again for each new case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Cost grows with many runs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PINN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Training can be slower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Inference is very fast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Good for repeated prediction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708660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MSWP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Uses FEM anchors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Skips selected FEM calls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Keeps trust while reducing cost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160520"/>
            <a:ext cx="3383280" cy="14173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7024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My simple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599431"/>
            <a:ext cx="309067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FEM is reliable, but repeated solves can be costly.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160520"/>
            <a:ext cx="3383280" cy="14173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427024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PINN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599431"/>
            <a:ext cx="309067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PINN pays a training cost first, then reuses the trained model quickly.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160520"/>
            <a:ext cx="3246120" cy="141732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3" y="427024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MSWP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4599431"/>
            <a:ext cx="295351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 keep FEM anchors, but replace selected intermediate solves with PINN predictions.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vs PINN: Runtime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