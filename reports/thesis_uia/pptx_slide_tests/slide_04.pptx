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0" r:id="rId_A3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_A356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_a356_infographic.png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7" name="Rounded Rectangle 6"/>
          <p:cNvSpPr/>
          <p:nvPr/>
        </p:nvSpPr>
        <p:spPr>
          <a:xfrm>
            <a:off x="594360" y="1051560"/>
            <a:ext cx="5257800" cy="1234440"/>
          </a:xfrm>
          <a:prstGeom prst="roundRect">
            <a:avLst/>
          </a:prstGeom>
          <a:solidFill>
            <a:srgbClr val="E5F1FB"/>
          </a:solidFill>
          <a:ln w="12700">
            <a:solidFill>
              <a:srgbClr val="53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A356 aluminium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A356 is an aluminium-silicon casting alloy. It is common in cast automotive parts because it is light and has useful mechanical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257800" cy="1234440"/>
          </a:xfrm>
          <a:prstGeom prst="roundRect">
            <a:avLst/>
          </a:prstGeom>
          <a:solidFill>
            <a:srgbClr val="EEF6E8"/>
          </a:solidFill>
          <a:ln w="12700">
            <a:solidFill>
              <a:srgbClr val="64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Water quenching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After heating, the hot part is cooled quickly in water. This fast cooling changes the temperature field inside the 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80360"/>
            <a:ext cx="5257800" cy="1234440"/>
          </a:xfrm>
          <a:prstGeom prst="roundRect">
            <a:avLst/>
          </a:prstGeom>
          <a:solidFill>
            <a:srgbClr val="FCF3E2"/>
          </a:solidFill>
          <a:ln w="12700">
            <a:solidFill>
              <a:srgbClr val="BE8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Why simulation is needed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Fast cooling can create strong temperature gradients. These gradients can cause distortion and residual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80360"/>
            <a:ext cx="5257800" cy="1234440"/>
          </a:xfrm>
          <a:prstGeom prst="roundRect">
            <a:avLst/>
          </a:prstGeom>
          <a:solidFill>
            <a:srgbClr val="F5EBF8"/>
          </a:solidFill>
          <a:ln w="12700">
            <a:solidFill>
              <a:srgbClr val="9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Connection to this thesis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Mortensen et al. (2026) use FEM for A356 automotive subframe quenching. This thesis uses that industrial problem as motivation for FEM-step reduction.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0368"/>
            <a:ext cx="107899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000" b="0">
                <a:solidFill>
                  <a:srgbClr val="5F5F5F"/>
                </a:solidFill>
              </a:defRPr>
            </a:pPr>
            <a:r>
              <a:t>Source: Mortensen et al. (2026), finite element simulation of water quenching in cast A356 automotive subframes.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What is A356 aluminium? - T6 heat treatment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