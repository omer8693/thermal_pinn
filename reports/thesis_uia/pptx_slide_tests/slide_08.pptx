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7423E"/>
                </a:solidFill>
                <a:latin typeface="Aptos"/>
              </a:defRPr>
            </a:pPr>
            <a:r>
              <a:t>The whole framework is built on transient heat transfer during water quenching.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657600" cy="22402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755648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Governing equation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084832"/>
            <a:ext cx="3364992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rho cp dT/dt = div(kT grad T)</a:t>
            </a:r>
          </a:p>
          <a:p/>
          <a:p>
            <a:r>
              <a:t>This describes how the temperature field evolves inside the solid part.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3657600" cy="22402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755648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Boundary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084832"/>
            <a:ext cx="3364992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-kT grad(T) . n = h (T - Tw)</a:t>
            </a:r>
          </a:p>
          <a:p/>
          <a:p>
            <a:r>
              <a:t>This represents heat leaving the hot metal surface into the quench water.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645920"/>
            <a:ext cx="3337560" cy="22402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75564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Initial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084832"/>
            <a:ext cx="3044952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T(x,0) = T0</a:t>
            </a:r>
          </a:p>
          <a:p/>
          <a:p>
            <a:r>
              <a:t>In this thesis: T0 = 540 C and Tw = 20 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5349240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681728"/>
            <a:ext cx="5056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Finite Element Method (FEM) uses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010912"/>
            <a:ext cx="50566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FEM discretises the domain and solves this equation to produce reference temperature snapshots.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572000"/>
            <a:ext cx="4892040" cy="11430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4681728"/>
            <a:ext cx="45994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PINN uses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5010912"/>
            <a:ext cx="45994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PINN predicts T(x,t) and penalises violations of the PDE, boundary condition and initial condition.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Heat Transfer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