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04" r:id="rId5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56" Type="http://schemas.openxmlformats.org/officeDocument/2006/relationships/slide" Target="slides/slide42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974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03504"/>
            <a:ext cx="12191695" cy="45720"/>
          </a:xfrm>
          <a:prstGeom prst="rect">
            <a:avLst/>
          </a:prstGeom>
          <a:solidFill>
            <a:srgbClr val="DC7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914400"/>
            <a:ext cx="3566160" cy="5166360"/>
          </a:xfrm>
          <a:prstGeom prst="rect">
            <a:avLst/>
          </a:prstGeom>
          <a:solidFill>
            <a:srgbClr val="FFEBE5"/>
          </a:solidFill>
          <a:ln>
            <a:solidFill>
              <a:srgbClr val="EBC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0664" y="1024128"/>
            <a:ext cx="3273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7423E"/>
                </a:solidFill>
                <a:latin typeface="Aptos"/>
              </a:defRPr>
            </a:pPr>
            <a:r>
              <a:t>2D adaptive-k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" y="1353312"/>
            <a:ext cx="3273552" cy="4654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What I found: all architectures achieved about 83-85% FEM saving with low MAE.</a:t>
            </a:r>
          </a:p>
          <a:p/>
          <a:p>
            <a:r>
              <a:t>Why: the controller keeps short windows during the early rapid cooling phase and promotes k only after the field becomes smoother.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914400"/>
            <a:ext cx="3566160" cy="5166360"/>
          </a:xfrm>
          <a:prstGeom prst="rect">
            <a:avLst/>
          </a:prstGeom>
          <a:solidFill>
            <a:srgbClr val="FFFCFB"/>
          </a:solidFill>
          <a:ln>
            <a:solidFill>
              <a:srgbClr val="EBC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9704" y="1024128"/>
            <a:ext cx="3273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7423E"/>
                </a:solidFill>
                <a:latin typeface="Aptos"/>
              </a:defRPr>
            </a:pPr>
            <a:r>
              <a:t>Canonical 2D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9704" y="1353312"/>
            <a:ext cx="3273552" cy="4654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What I found: Bayesian/TPE stays strongest as k increases. Circle and L-Shape expose geometry sensitivity at high k.</a:t>
            </a:r>
          </a:p>
          <a:p/>
          <a:p>
            <a:r>
              <a:t>Why: compact architectures lose accuracy faster when boundaries are curved or gradients are concentrated.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92440" y="914400"/>
            <a:ext cx="3429000" cy="5166360"/>
          </a:xfrm>
          <a:prstGeom prst="rect">
            <a:avLst/>
          </a:prstGeom>
          <a:solidFill>
            <a:srgbClr val="F6F1EA"/>
          </a:solidFill>
          <a:ln>
            <a:solidFill>
              <a:srgbClr val="EBC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38744" y="1024128"/>
            <a:ext cx="31363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7423E"/>
                </a:solidFill>
                <a:latin typeface="Aptos"/>
              </a:defRPr>
            </a:pPr>
            <a:r>
              <a:t>Key explanation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38744" y="1353312"/>
            <a:ext cx="3136392" cy="4654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02422"/>
                </a:solidFill>
                <a:latin typeface="Aptos"/>
              </a:defRPr>
            </a:pPr>
            <a:r>
              <a:t>MAE growth is not only a training issue. It is linked to physical gradient structure, boundary shape and the length of unsupported prediction windows.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82025"/>
          </a:solidFill>
          <a:ln>
            <a:solidFill>
              <a:srgbClr val="B82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228600"/>
            <a:ext cx="960120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000" b="1">
                <a:solidFill>
                  <a:srgbClr val="1C232B"/>
                </a:solidFill>
                <a:latin typeface="Arial"/>
              </a:rPr>
              <a:t>Discussion: 2D Adaptive-k and Canonical 2D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" y="713232"/>
            <a:ext cx="384048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1">
                <a:solidFill>
                  <a:srgbClr val="B82025"/>
                </a:solidFill>
                <a:latin typeface="Arial"/>
              </a:rPr>
              <a:t>DISCUSSION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6364224"/>
            <a:ext cx="11155680" cy="9144"/>
          </a:xfrm>
          <a:prstGeom prst="rect">
            <a:avLst/>
          </a:prstGeom>
          <a:solidFill>
            <a:srgbClr val="DCDCDC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6428232"/>
            <a:ext cx="22860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1">
                <a:solidFill>
                  <a:srgbClr val="B82025"/>
                </a:solidFill>
                <a:latin typeface="Arial"/>
              </a:rPr>
              <a:t>UiA | University of Agder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88920" y="6428232"/>
            <a:ext cx="27432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50" b="0">
                <a:solidFill>
                  <a:srgbClr val="646C75"/>
                </a:solidFill>
                <a:latin typeface="Arial"/>
              </a:rPr>
              <a:t>Master Thesis Defense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47120" y="6428232"/>
            <a:ext cx="4572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50" b="0">
                <a:solidFill>
                  <a:srgbClr val="646C75"/>
                </a:solidFill>
                <a:latin typeface="Arial"/>
              </a:rPr>
              <a:t>42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