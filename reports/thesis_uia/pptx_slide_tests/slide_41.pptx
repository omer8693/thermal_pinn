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54" Type="http://schemas.openxmlformats.org/officeDocument/2006/relationships/slide" Target="slides/slide4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14400"/>
            <a:ext cx="52578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ble F.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205838"/>
            <a:ext cx="5111496" cy="14288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63640" y="914400"/>
            <a:ext cx="52578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ble F.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341" y="987552"/>
            <a:ext cx="5044397" cy="18653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68680" y="3703320"/>
            <a:ext cx="4983480" cy="114300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3813048"/>
            <a:ext cx="4690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Fourier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4142231"/>
            <a:ext cx="469087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It lowers MAE and helps with sharp fin gradients.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703320"/>
            <a:ext cx="4983480" cy="11430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3813048"/>
            <a:ext cx="4690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Endpoint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142231"/>
            <a:ext cx="469087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It prevents window drift and keeps training stable.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257800"/>
            <a:ext cx="10469880" cy="64008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5367528"/>
            <a:ext cx="10177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Main 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696712"/>
            <a:ext cx="10177272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These are not cosmetic choices; both support stable FEM-anchored prediction on the hardest benchmark.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Thermal Fin: Ablation Tables F.1 and F.2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