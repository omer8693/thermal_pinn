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8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6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914400"/>
          <a:ext cx="109728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078992"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</a:tr>
              <a:tr h="1078992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FEM calls can be reduced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65-85% saving in many anchored cases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MSWP is effective as an accelerator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Bayesian/TPE is most robust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Strong 2D, 3D and Thermal Fin performance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Recommended default architecture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1078992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Adaptive-k helps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83-85% saving with low MAE in 2D transfer study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Useful for early steep gradients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PINN-only fails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Thermal Fin best PINN-only is 59.20 C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FEM correction is necessary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Conclusion: Summary of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