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3" Type="http://schemas.openxmlformats.org/officeDocument/2006/relationships/slide" Target="slides/slide40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051560"/>
            <a:ext cx="530352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ermal_fin_fem_adaptive_clean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49" y="1124712"/>
            <a:ext cx="4812741" cy="4105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051560"/>
            <a:ext cx="530352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hermal_fin_pinn_only_best_clean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29" y="1124712"/>
            <a:ext cx="4812741" cy="410565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5532120"/>
            <a:ext cx="5074920" cy="594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564184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With FEM anchors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5971031"/>
            <a:ext cx="47823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Periodic correction keeps the 3D field 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532120"/>
            <a:ext cx="5074920" cy="594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564184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Without FEM anchors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971031"/>
            <a:ext cx="47823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Prediction drift becomes visible in the volume.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Adaptive vs PINN-only Volumetric Views (3D)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