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23" Type="http://schemas.openxmlformats.org/officeDocument/2006/relationships/slide" Target="slides/slide1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6.png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914400"/>
            <a:ext cx="658368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ble B.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07" y="987551"/>
            <a:ext cx="6208865" cy="50657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43800" y="1097280"/>
            <a:ext cx="3931920" cy="123444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207007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Step after FEM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1536192"/>
            <a:ext cx="363931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After defining the FEM workflow, I show the actual grids and active nodes.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606040"/>
            <a:ext cx="3931920" cy="123444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2715768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0104" y="3044952"/>
            <a:ext cx="363931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 reference error depends on the numerical grid quality and domain resolution.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4114800"/>
            <a:ext cx="3931920" cy="123444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4224528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How I use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4553712"/>
            <a:ext cx="363931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These FEM fields become the baseline for MAE, L2 and anchor snapshots.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FEM Solver and Mesh 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