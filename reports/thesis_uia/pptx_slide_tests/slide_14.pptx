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_naspinn_diagram.png"/><Relationship Id="rId4" Type="http://schemas.openxmlformats.org/officeDocument/2006/relationships/image" Target="../media/image_naspinn_diagram.png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4937760" cy="52120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06984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NAS-PINN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399032"/>
            <a:ext cx="4645152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Wang and Zhong (2024) provide the methodological starting point: a PINN is not chosen manually, but selected through neural architecture search for solving PDEs.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960120"/>
            <a:ext cx="5440680" cy="24231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2744" y="1069848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this thesis adapts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2744" y="1399032"/>
            <a:ext cx="5148072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thesis keeps the NAS-PINN idea but changes the deployment setting: FEM anchors are retained, the network predicts intermediate time windows, and MSWP controls solver-call reduction.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3657600"/>
            <a:ext cx="54406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1_naspinn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3" y="3730752"/>
            <a:ext cx="4279392" cy="213969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Method Source: NAS-PINN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