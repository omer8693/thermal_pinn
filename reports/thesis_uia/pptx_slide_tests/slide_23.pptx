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25780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naspinn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987552"/>
            <a:ext cx="4553712" cy="22768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914400"/>
            <a:ext cx="54406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thesis_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47" y="987552"/>
            <a:ext cx="4006784" cy="22768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3657600"/>
            <a:ext cx="5257800" cy="19659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767328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Level 1: NAS transfer + adaptive-k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096512"/>
            <a:ext cx="4965192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Domains: Square, Circle, L-Shape, Flower. Purpose: test NAS-PINN transfer architecture and our NAS-found architectures under adaptive-k. Values: T0=540 C, Tw=20 C, h=5000, kT=160.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657600"/>
            <a:ext cx="5440680" cy="19659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3767328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Level 2: canonical 2D fixed-k sweep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096512"/>
            <a:ext cx="5148072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Domains: Rectangle, Circle, L-Shape. Purpose: compare Bayesian/TPE, NSGA-II and NSGA-III over k=1...5. Values: T0=540 C, Tw=20 C, h=5000, kT=150.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Benchmark Domains: 2D Domain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