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57" Type="http://schemas.openxmlformats.org/officeDocument/2006/relationships/slide" Target="slides/slide43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3566160" cy="51663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02412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Canonical 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353312"/>
            <a:ext cx="3273552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Bayesian/TPE reaches k=5 on all four 3D domains within the 15 C band. NSGA-II/III are more geometry-sensitive at high 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914400"/>
            <a:ext cx="3566160" cy="51663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02412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Thermal Fin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353312"/>
            <a:ext cx="3273552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Bayesian/TPE + Fourier remains within the 15 C band at all k values. NSGA-II/III are acceptable through k=4, but k=5 becomes too demanding.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914400"/>
            <a:ext cx="3429000" cy="516636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0241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PINN-only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353312"/>
            <a:ext cx="3136392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PINN-only errors are much larger because each imperfect prediction becomes the next initial condition. I use this to confirm that periodic FEM correction is necessary.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Discussion: 3D and Thermal Fin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