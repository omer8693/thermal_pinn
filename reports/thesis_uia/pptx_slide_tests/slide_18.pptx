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8" Type="http://schemas.openxmlformats.org/officeDocument/2006/relationships/slide" Target="slides/slide1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14400"/>
          <a:ext cx="1115568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1337310"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Search idea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used here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97423E"/>
                    </a:solidFill>
                  </a:tcPr>
                </a:tc>
              </a:tr>
              <a:tr h="133731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Bayesian/TPE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Single-objective probabilistic search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Find an accurate architecture with limited trials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5 x 151, ReLU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133731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NSGA-II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Multi-objective evolutionary search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Balance accuracy and compactness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3 x 153, tanh</a:t>
                      </a:r>
                    </a:p>
                  </a:txBody>
                  <a:tcPr marL="36576" marR="36576">
                    <a:solidFill>
                      <a:srgbClr val="FFF7F5"/>
                    </a:solidFill>
                  </a:tcPr>
                </a:tc>
              </a:tr>
              <a:tr h="1337310"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NSGA-III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Reference-point many-objective search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Promote diverse compact Pareto solutions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302422"/>
                          </a:solidFill>
                          <a:latin typeface="Aptos"/>
                        </a:defRPr>
                      </a:pPr>
                      <a:r>
                        <a:t>3 x 75, tanh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5559552"/>
            <a:ext cx="10835640" cy="64008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5669280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5998464"/>
            <a:ext cx="10543032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optimisation methods were not random choices; they test different architecture-search philosophies under the same FEM-anchored quenching framework.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Optimisation Methods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