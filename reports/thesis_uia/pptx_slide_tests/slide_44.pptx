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8" Type="http://schemas.openxmlformats.org/officeDocument/2006/relationships/slide" Target="slides/slide44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914400"/>
          <a:ext cx="109728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078992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Discussion answer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Practical guidance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Which architecture transfers best?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Bayesian/TPE is strongest in 7 of 8 canonical cases and robust on Thermal Fin.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 Bayesian/TPE as default deployment architecture.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When is adaptive-k useful?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It protects the early steep-gradient phase and increases k as the field relaxes.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 adaptive-k for simple/intermediate geometries.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Can FEM be removed?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No. PINN-only accumulates error and fails especially on complex geometries.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Keep periodic FEM anchoring.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What is MSWP's role?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It maps geometry and architecture to maximum useful k.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 it as a FEM-reduction strategy, not replacement.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Discussion: Cross-Domain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