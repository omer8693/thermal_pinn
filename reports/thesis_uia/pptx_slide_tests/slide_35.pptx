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46" Type="http://schemas.openxmlformats.org/officeDocument/2006/relationships/slide" Target="slides/slide35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8.png"/></Relationships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5532120" cy="37947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86263"/>
            <a:ext cx="5385816" cy="272535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143000"/>
          <a:ext cx="4983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"/>
                <a:gridCol w="830580"/>
                <a:gridCol w="830580"/>
                <a:gridCol w="830580"/>
                <a:gridCol w="830580"/>
                <a:gridCol w="83058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k=1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k=2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k=3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k=4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k=5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Bayesian/TPE*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0.049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0.053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0.070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0.080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0.054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0.064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0.070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0.077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0.082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0.057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0.066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0.071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0.085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217920" y="3703320"/>
            <a:ext cx="4892040" cy="749808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813048"/>
            <a:ext cx="45994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142231"/>
            <a:ext cx="4599431" cy="23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MAE = average Celsius error over windows. L2 = relative field error at t=30 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166360"/>
            <a:ext cx="3337560" cy="8686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average thermal accuracy and FEM-saving trade-off.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5166360"/>
            <a:ext cx="3337560" cy="8686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if the final temperature field shape is close to FEM.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5166360"/>
            <a:ext cx="3154680" cy="8686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2983" y="527608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3" y="5605272"/>
            <a:ext cx="286207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with Fourier has the best field accuracy.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MAE and L2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