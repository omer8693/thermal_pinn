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26" Type="http://schemas.openxmlformats.org/officeDocument/2006/relationships/slide" Target="slides/slide16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7.png"/></Relationships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974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"/>
            <a:ext cx="12191695" cy="45720"/>
          </a:xfrm>
          <a:prstGeom prst="rect">
            <a:avLst/>
          </a:prstGeom>
          <a:solidFill>
            <a:srgbClr val="DC7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914400"/>
            <a:ext cx="6080760" cy="5166360"/>
          </a:xfrm>
          <a:prstGeom prst="rect">
            <a:avLst/>
          </a:prstGeom>
          <a:solidFill>
            <a:srgbClr val="FFFFFF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ingle-Window FEM-Anchored NAS-PINN Framewo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603845"/>
            <a:ext cx="5934456" cy="378746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812280" y="914400"/>
            <a:ext cx="4389120" cy="1051560"/>
          </a:xfrm>
          <a:prstGeom prst="rect">
            <a:avLst/>
          </a:prstGeom>
          <a:solidFill>
            <a:srgbClr val="FFFCFB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58584" y="1024128"/>
            <a:ext cx="409651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7423E"/>
                </a:solidFill>
                <a:latin typeface="Aptos"/>
              </a:defRPr>
            </a:pPr>
            <a:r>
              <a:t>Step 1: anchor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58584" y="1353312"/>
            <a:ext cx="4096511" cy="539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2422"/>
                </a:solidFill>
                <a:latin typeface="Aptos"/>
              </a:defRPr>
            </a:pPr>
            <a:r>
              <a:t>Use the FEM field at the start of one window.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12280" y="2148840"/>
            <a:ext cx="4389120" cy="1051560"/>
          </a:xfrm>
          <a:prstGeom prst="rect">
            <a:avLst/>
          </a:prstGeom>
          <a:solidFill>
            <a:srgbClr val="FFEBE5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58584" y="2258568"/>
            <a:ext cx="409651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7423E"/>
                </a:solidFill>
                <a:latin typeface="Aptos"/>
              </a:defRPr>
            </a:pPr>
            <a:r>
              <a:t>Step 2: prediction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58584" y="2587752"/>
            <a:ext cx="4096511" cy="539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2422"/>
                </a:solidFill>
                <a:latin typeface="Aptos"/>
              </a:defRPr>
            </a:pPr>
            <a:r>
              <a:t>PINN predicts T(x,t) inside this window.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12280" y="3383280"/>
            <a:ext cx="4389120" cy="1051560"/>
          </a:xfrm>
          <a:prstGeom prst="rect">
            <a:avLst/>
          </a:prstGeom>
          <a:solidFill>
            <a:srgbClr val="FFFCFB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58584" y="3493008"/>
            <a:ext cx="409651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7423E"/>
                </a:solidFill>
                <a:latin typeface="Aptos"/>
              </a:defRPr>
            </a:pPr>
            <a:r>
              <a:t>Step 3: loss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58584" y="3822191"/>
            <a:ext cx="4096511" cy="539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2422"/>
                </a:solidFill>
                <a:latin typeface="Aptos"/>
              </a:defRPr>
            </a:pPr>
            <a:r>
              <a:t>Physics and endpoint terms control the prediction.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12280" y="4617720"/>
            <a:ext cx="4389120" cy="1051560"/>
          </a:xfrm>
          <a:prstGeom prst="rect">
            <a:avLst/>
          </a:prstGeom>
          <a:solidFill>
            <a:srgbClr val="F6F1EA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58584" y="4727448"/>
            <a:ext cx="409651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7423E"/>
                </a:solidFill>
                <a:latin typeface="Aptos"/>
              </a:defRPr>
            </a:pPr>
            <a:r>
              <a:t>Step 4: NAS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58584" y="5056631"/>
            <a:ext cx="4096511" cy="539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2422"/>
                </a:solidFill>
                <a:latin typeface="Aptos"/>
              </a:defRPr>
            </a:pPr>
            <a:r>
              <a:t>Architecture search chooses the best network design.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228600"/>
            <a:ext cx="96012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1C232B"/>
                </a:solidFill>
                <a:latin typeface="Arial"/>
              </a:rPr>
              <a:t>NAS-PINN Process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713232"/>
            <a:ext cx="38404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METHOD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6364224"/>
            <a:ext cx="11155680" cy="9144"/>
          </a:xfrm>
          <a:prstGeom prst="rect">
            <a:avLst/>
          </a:prstGeom>
          <a:solidFill>
            <a:srgbClr val="DCDCD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6428232"/>
            <a:ext cx="22860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88920" y="6428232"/>
            <a:ext cx="2743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6428232"/>
            <a:ext cx="457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6C75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