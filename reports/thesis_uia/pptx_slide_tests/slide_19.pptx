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8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051560"/>
            <a:ext cx="603504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 A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1" y="1318178"/>
            <a:ext cx="5888736" cy="27586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097280"/>
            <a:ext cx="3977639" cy="11430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1504" y="1207007"/>
            <a:ext cx="3685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Same search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1536192"/>
            <a:ext cx="3685031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All NAS strategies use the same candidate choices.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560320"/>
            <a:ext cx="3977639" cy="11430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1504" y="2670048"/>
            <a:ext cx="3685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What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504" y="2999232"/>
            <a:ext cx="3685031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Bayesian/TPE, NSGA-II and NSGA-III search this space differently.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023360"/>
            <a:ext cx="3977639" cy="11430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4133088"/>
            <a:ext cx="3685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include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4462272"/>
            <a:ext cx="3685031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It makes the architecture comparison fair and reproducible.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NAS Hyperparameter Search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