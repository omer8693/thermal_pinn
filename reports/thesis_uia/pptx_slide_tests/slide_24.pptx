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54406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_thesis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987552"/>
            <a:ext cx="3895344" cy="2596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914400"/>
            <a:ext cx="51206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4_thermalf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042416"/>
            <a:ext cx="4974336" cy="24871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4069080"/>
            <a:ext cx="5074920" cy="16002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17880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Level 3: canonical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507992"/>
            <a:ext cx="478231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Rectangular, Cylinder, Stacked Cubes and L-Shape Prism test whether the method remains stable when geometric complexity increases.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069080"/>
            <a:ext cx="5074920" cy="16002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417880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Level 4: Thermal Fin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4507992"/>
            <a:ext cx="478231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Thermal Fin is the most demanding benchmark; it tests anchoring, architecture capacity and Fourier features under sharp local gradients.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Benchmark Domains: 3D and Thermal Fin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