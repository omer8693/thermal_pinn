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7423E"/>
                </a:solidFill>
                <a:latin typeface="Aptos"/>
              </a:defRPr>
            </a:pPr>
            <a:r>
              <a:t>How many FEM solver calls can be replaced by PINN predictions while keeping temperature error within engineering limits?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2788920" cy="16916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441448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770632"/>
            <a:ext cx="249631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 FEM-anchored NAS-PINN framework that predicts intermediate thermal fields while FEM snapshots remain the correction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331720"/>
            <a:ext cx="2788920" cy="16916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2441448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We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2770632"/>
            <a:ext cx="249631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Fixed-k, adaptive-k and PINN-only modes were evaluated from simple 2D domains to complex 3D and Thermal Fin cases.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331720"/>
            <a:ext cx="2788920" cy="16916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441448"/>
            <a:ext cx="2496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We measured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770632"/>
            <a:ext cx="249631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MAE, relative L2 error, skip-factor schedule and FEM-call reduction are reported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2331720"/>
            <a:ext cx="2331720" cy="169164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244144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Error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2770632"/>
            <a:ext cx="203911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Geometry-dependent thresholds: 10 C for canonical 2D; 15 C for 3D and Thermal Fin.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572000"/>
            <a:ext cx="10332720" cy="11430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4681728"/>
            <a:ext cx="10040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Engineering tolerance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5010912"/>
            <a:ext cx="1004011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Delta T = T0 - Tw = 540 C - 20 C = 520 C     |     15 C / 520 C = 0.0288 = 2.9% approx. 3%     |     10 C / 520 C = 1.9%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Research Question and Contributions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