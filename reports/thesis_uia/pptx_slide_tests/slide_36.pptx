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49" Type="http://schemas.openxmlformats.org/officeDocument/2006/relationships/slide" Target="slides/slide36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868680"/>
            <a:ext cx="539496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ed_bar_thermal_f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832497"/>
            <a:ext cx="5248656" cy="150136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63640" y="868680"/>
            <a:ext cx="539496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2_all_k_thermal_f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948298"/>
            <a:ext cx="5248656" cy="126976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" y="4800600"/>
            <a:ext cx="3429000" cy="91440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491032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MAE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5239512"/>
            <a:ext cx="3136392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Fourier makes Bayesian/TPE stable.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4800600"/>
            <a:ext cx="3429000" cy="91440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491032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L2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5239512"/>
            <a:ext cx="3136392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Higher k increases field error.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4800600"/>
            <a:ext cx="2834640" cy="91440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4" y="491032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5239512"/>
            <a:ext cx="2542032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Good result, but FEM anchors are still needed.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Thermal Fin: MAE Variability and L2 Curves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