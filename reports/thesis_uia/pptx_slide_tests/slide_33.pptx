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43" Type="http://schemas.openxmlformats.org/officeDocument/2006/relationships/slide" Target="slides/slide33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53949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ed_bar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29767"/>
            <a:ext cx="5248656" cy="13068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868680"/>
            <a:ext cx="53949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2_all_k_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193779"/>
            <a:ext cx="5248656" cy="27788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4800600"/>
            <a:ext cx="3429000" cy="9144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4910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239512"/>
            <a:ext cx="313639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Shows seed sensitivity for each 3D geometry.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800600"/>
            <a:ext cx="3429000" cy="9144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910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L2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5239512"/>
            <a:ext cx="313639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Shows field error during the 30 s quench.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4800600"/>
            <a:ext cx="2834640" cy="9144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49103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5239512"/>
            <a:ext cx="254203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3D difficulty is geometry-dependent.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3D Results: MAE Variability and L2 Curves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