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35" Type="http://schemas.openxmlformats.org/officeDocument/2006/relationships/slide" Target="slides/slide27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27432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m_pinn_adaptive_k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74309"/>
            <a:ext cx="2596896" cy="9547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429000" y="868680"/>
            <a:ext cx="27432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m_pinn_adaptive_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374309"/>
            <a:ext cx="2596896" cy="9547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68680"/>
            <a:ext cx="27432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em_pinn_adaptive_k_lsh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374309"/>
            <a:ext cx="2596896" cy="95470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281160" y="868680"/>
            <a:ext cx="25146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em_pinn_adaptive_k_flow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1416329"/>
            <a:ext cx="2368296" cy="87066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3337560"/>
            <a:ext cx="3566160" cy="137160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44728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What I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776472"/>
            <a:ext cx="327355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FEM and PINN curves are close. Error is highest in early windows.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337560"/>
            <a:ext cx="3566160" cy="13716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344728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Why it happens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776472"/>
            <a:ext cx="327355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Early cooling has steep gradients. Complex boundaries make local errors harder.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337560"/>
            <a:ext cx="2788920" cy="137160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3447288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Result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3776472"/>
            <a:ext cx="24963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I use this to explain why adaptive-k works and why L2 stays 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2D Adaptive-k: Figure 4.1 FEM-PINN Curves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