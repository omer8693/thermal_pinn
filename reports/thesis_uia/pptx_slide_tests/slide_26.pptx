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4" Type="http://schemas.openxmlformats.org/officeDocument/2006/relationships/slide" Target="slides/slide26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55321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17" y="1124712"/>
            <a:ext cx="4430844" cy="37398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0760" y="1051560"/>
            <a:ext cx="50749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ble D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301673"/>
            <a:ext cx="4928616" cy="33859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5166360"/>
            <a:ext cx="3337560" cy="86868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Average Celsius error over windows. It answers: how large is the temperature error on average?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5166360"/>
            <a:ext cx="3337560" cy="8686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Relative field error at t=30 s. It answers: is the full spatial field close to FEM?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5166360"/>
            <a:ext cx="3154680" cy="86868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527608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3" y="5605272"/>
            <a:ext cx="286207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Low MAE and low L2: adaptive-k saves FEM calls without losing field quality.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2D Adaptive-k: MAE and L2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