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37" Type="http://schemas.openxmlformats.org/officeDocument/2006/relationships/slide" Target="slides/slide29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55321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.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561195"/>
            <a:ext cx="5385816" cy="28669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0760" y="1051560"/>
            <a:ext cx="50749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ble D.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654728"/>
            <a:ext cx="4928616" cy="267986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5166360"/>
            <a:ext cx="3337560" cy="86868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605272"/>
            <a:ext cx="304495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Average error across windows. It is the engineering temperature error.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5166360"/>
            <a:ext cx="3337560" cy="8686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5605272"/>
            <a:ext cx="304495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Field error at t=30 s. It checks if the full temperature map is right.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5166360"/>
            <a:ext cx="3154680" cy="86868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5276088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983" y="5605272"/>
            <a:ext cx="286207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Bayesian/TPE stays strongest; high k is harder for complex geometry.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2D: MAE and L2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