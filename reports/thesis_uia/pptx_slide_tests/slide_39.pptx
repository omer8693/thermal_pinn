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2" Type="http://schemas.openxmlformats.org/officeDocument/2006/relationships/slide" Target="slides/slide39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365760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ermal_fin_bayesian_fixed_k_clean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1" y="2157061"/>
            <a:ext cx="3511296" cy="19495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60520" y="1051560"/>
            <a:ext cx="365760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al_fin_nsga2_fixed_k_clean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157061"/>
            <a:ext cx="3511296" cy="19495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909560" y="1051560"/>
            <a:ext cx="365760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hermal_fin_nsga3_fixed_k_clean_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2157061"/>
            <a:ext cx="3511296" cy="194951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14400" y="5532120"/>
            <a:ext cx="10378440" cy="5943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5641848"/>
            <a:ext cx="10085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5971031"/>
            <a:ext cx="1008583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volumetric view confirms the table result: sharp fin regions are the hardest parts of the domain.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Fixed-k Volumetric Views (3D)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