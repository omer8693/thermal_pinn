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22" Type="http://schemas.openxmlformats.org/officeDocument/2006/relationships/slide" Target="slides/slide1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5.png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3337560" cy="114300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024128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Step 1: physics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353312"/>
            <a:ext cx="304495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Define geometry, material properties, initial condition and boundary conditions.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3337560" cy="114300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441448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Step 2: discretise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770632"/>
            <a:ext cx="304495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Split the domain into grid or mesh nodes.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49039"/>
            <a:ext cx="3337560" cy="114300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3858768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Step 3: solve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187952"/>
            <a:ext cx="304495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Advance the heat equation in time with the numerical solver.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166360"/>
            <a:ext cx="3337560" cy="68580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5276088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Step 4: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5605272"/>
            <a:ext cx="3044952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Save temperature fields as reference snapshots.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914400"/>
            <a:ext cx="7315200" cy="52578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EM_Pro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153668"/>
            <a:ext cx="7168896" cy="477926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FEM Process: How It 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