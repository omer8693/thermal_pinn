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12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64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97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868680"/>
          <a:ext cx="1124712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80085">
                <a:tc>
                  <a:txBody>
                    <a:bodyPr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97423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Short answer</a:t>
                      </a:r>
                    </a:p>
                  </a:txBody>
                  <a:tcPr>
                    <a:solidFill>
                      <a:srgbClr val="97423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Result link</a:t>
                      </a:r>
                    </a:p>
                  </a:txBody>
                  <a:tcPr>
                    <a:solidFill>
                      <a:srgbClr val="97423E"/>
                    </a:solidFill>
                  </a:tcPr>
                </a:tc>
              </a:tr>
              <a:tr h="680085">
                <a:tc>
                  <a:txBody>
                    <a:bodyPr anchor="ctr"/>
                    <a:lstStyle/>
                    <a:p>
                      <a:pPr algn="ctr">
                        <a:defRPr sz="7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What is FEM?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7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A trusted numerical solver used as reference and anchor.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7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It gives the correction snapshots.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680085">
                <a:tc>
                  <a:txBody>
                    <a:bodyPr anchor="ctr"/>
                    <a:lstStyle/>
                    <a:p>
                      <a:pPr algn="ctr">
                        <a:defRPr sz="7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What is PINN?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7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A neural network trained with data error and heat-equation physics.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7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It predicts between FEM anchors.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</a:tr>
              <a:tr h="680085">
                <a:tc>
                  <a:txBody>
                    <a:bodyPr anchor="ctr"/>
                    <a:lstStyle/>
                    <a:p>
                      <a:pPr algn="ctr">
                        <a:defRPr sz="7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What is NAS-PINN?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7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A PINN whose architecture is selected by search, not by hand.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7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Bayesian/TPE is the most robust choice.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680085">
                <a:tc>
                  <a:txBody>
                    <a:bodyPr anchor="ctr"/>
                    <a:lstStyle/>
                    <a:p>
                      <a:pPr algn="ctr">
                        <a:defRPr sz="7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MAE vs L2?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7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MAE is average Celsius error; L2 is field error at t=30 s.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7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Both are needed to judge accuracy.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</a:tr>
              <a:tr h="680085">
                <a:tc>
                  <a:txBody>
                    <a:bodyPr anchor="ctr"/>
                    <a:lstStyle/>
                    <a:p>
                      <a:pPr algn="ctr">
                        <a:defRPr sz="7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Why adaptive-k?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7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It changes window length based on error.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7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It saves FEM calls safely in simpler cases.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680085">
                <a:tc>
                  <a:txBody>
                    <a:bodyPr anchor="ctr"/>
                    <a:lstStyle/>
                    <a:p>
                      <a:pPr algn="ctr">
                        <a:defRPr sz="7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Why not PINN-only?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7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Without FEM anchors, errors accumulate.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7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Thermal Fin PINN-only fails clearly.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</a:tr>
              <a:tr h="680085">
                <a:tc>
                  <a:txBody>
                    <a:bodyPr anchor="ctr"/>
                    <a:lstStyle/>
                    <a:p>
                      <a:pPr algn="ctr">
                        <a:defRPr sz="7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Why is PINN useful if training is slow?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7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Training is paid once; inference is fast for repeated use.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7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Useful when many FEM solves are needed.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806440"/>
            <a:ext cx="10698480" cy="411480"/>
          </a:xfrm>
          <a:prstGeom prst="rect">
            <a:avLst/>
          </a:prstGeom>
          <a:solidFill>
            <a:srgbClr val="F6F1EA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5916168"/>
            <a:ext cx="10405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How I use this slide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6245352"/>
            <a:ext cx="10405872" cy="-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I answer in one or two sentences, then point back to the MAE/L2 or heat-map evidence.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Q&amp;A Preparation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CLOSING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