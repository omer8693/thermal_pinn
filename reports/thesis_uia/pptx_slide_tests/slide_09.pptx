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7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914400"/>
            <a:ext cx="3566160" cy="416052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024128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FEM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353312"/>
            <a:ext cx="3273552" cy="3648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What is it?</a:t>
            </a:r>
          </a:p>
          <a:p>
            <a:r>
              <a:t>A numerical solver for the heat equation.</a:t>
            </a:r>
          </a:p>
          <a:p/>
          <a:p>
            <a:r>
              <a:t>How we used it?</a:t>
            </a:r>
          </a:p>
          <a:p>
            <a:r>
              <a:t>It gives reliable anchor snapshots.</a:t>
            </a:r>
          </a:p>
          <a:p/>
          <a:p>
            <a:r>
              <a:t>Key point: FEM is not removed.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914400"/>
            <a:ext cx="3566160" cy="416052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1024128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PINN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1353312"/>
            <a:ext cx="3273552" cy="3648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What is it?</a:t>
            </a:r>
          </a:p>
          <a:p>
            <a:r>
              <a:t>A neural network for T(x,t).</a:t>
            </a:r>
          </a:p>
          <a:p/>
          <a:p>
            <a:r>
              <a:t>How it learns?</a:t>
            </a:r>
          </a:p>
          <a:p>
            <a:r>
              <a:t>It uses data error + heat-equation error.</a:t>
            </a:r>
          </a:p>
          <a:p/>
          <a:p>
            <a:r>
              <a:t>Key point: physics is inside the loss.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914400"/>
            <a:ext cx="3429000" cy="416052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1024128"/>
            <a:ext cx="3136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NAS-PINN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1353312"/>
            <a:ext cx="3136392" cy="3648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What is it?</a:t>
            </a:r>
          </a:p>
          <a:p>
            <a:r>
              <a:t>PINN + architecture search.</a:t>
            </a:r>
          </a:p>
          <a:p/>
          <a:p>
            <a:r>
              <a:t>What is searched?</a:t>
            </a:r>
          </a:p>
          <a:p>
            <a:r>
              <a:t>Depth, width and activation.</a:t>
            </a:r>
          </a:p>
          <a:p/>
          <a:p>
            <a:r>
              <a:t>Key point: we do not choose the network manually.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349240"/>
            <a:ext cx="10607040" cy="68580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5458968"/>
            <a:ext cx="10314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Defense 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5788152"/>
            <a:ext cx="10314432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We used FEM for trust, PINN for prediction, and NAS to choose a better neural architecture for different geometries.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C232B"/>
                </a:solidFill>
                <a:latin typeface="Arial"/>
              </a:rPr>
              <a:t>Finite Element Method (FEM), Physics-Informed Neural Network (PINN) and Neural Architecture Search PINN (NAS-PINN)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