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868680"/>
            <a:ext cx="2788920" cy="164592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4632" y="1033271"/>
            <a:ext cx="384048" cy="384048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1014983"/>
            <a:ext cx="1965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7423E"/>
                </a:solidFill>
                <a:latin typeface="Aptos"/>
              </a:defRPr>
            </a:pPr>
            <a:r>
              <a:t>Intro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527048"/>
            <a:ext cx="2386584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02422"/>
                </a:solidFill>
                <a:latin typeface="Aptos"/>
              </a:defRPr>
            </a:pPr>
            <a:r>
              <a:t>Why this problem · what we built · how we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868680"/>
            <a:ext cx="2788920" cy="164592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0712" y="1033271"/>
            <a:ext cx="384048" cy="384048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04487" y="1014983"/>
            <a:ext cx="1965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7423E"/>
                </a:solidFill>
                <a:latin typeface="Aptos"/>
              </a:defRPr>
            </a:pPr>
            <a:r>
              <a:t>Theory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1527048"/>
            <a:ext cx="2386584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02422"/>
                </a:solidFill>
                <a:latin typeface="Aptos"/>
              </a:defRPr>
            </a:pPr>
            <a:r>
              <a:t>Heat equation · FEM · PINN · NAS-PINN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868680"/>
            <a:ext cx="2788920" cy="164592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36792" y="1033271"/>
            <a:ext cx="384048" cy="384048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1014983"/>
            <a:ext cx="1965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7423E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1527048"/>
            <a:ext cx="2386584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02422"/>
                </a:solidFill>
                <a:latin typeface="Aptos"/>
              </a:defRPr>
            </a:pPr>
            <a:r>
              <a:t>How FEM works · How NAS-PINN works · How MSWP works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868680"/>
            <a:ext cx="2743200" cy="164592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62872" y="1033271"/>
            <a:ext cx="384048" cy="384048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56648" y="1014983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7423E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9448" y="1527048"/>
            <a:ext cx="2340864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02422"/>
                </a:solidFill>
                <a:latin typeface="Aptos"/>
              </a:defRPr>
            </a:pPr>
            <a:r>
              <a:t>2D · 3D · Thermal Fin · MAE and FEM saving numbers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063240"/>
            <a:ext cx="3611880" cy="224028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4632" y="3227832"/>
            <a:ext cx="384048" cy="384048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7" y="3209544"/>
            <a:ext cx="2788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7423E"/>
                </a:solidFill>
                <a:latin typeface="Aptos"/>
              </a:defRPr>
            </a:pPr>
            <a:r>
              <a:t>Discussion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7" y="3721608"/>
            <a:ext cx="3209544" cy="1453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02422"/>
                </a:solidFill>
                <a:latin typeface="Aptos"/>
              </a:defRPr>
            </a:pPr>
            <a:r>
              <a:t>What the numbers mean · which architecture wins · when FEM is needed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60" y="3063240"/>
            <a:ext cx="3611880" cy="224028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16552" y="3227832"/>
            <a:ext cx="384048" cy="384048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10328" y="3209544"/>
            <a:ext cx="2788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7423E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53128" y="3721608"/>
            <a:ext cx="3209544" cy="1453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65-85% FEM saving · limitations · next steps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79" y="3063240"/>
            <a:ext cx="3611880" cy="224028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48471" y="3227832"/>
            <a:ext cx="384048" cy="384048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42248" y="3209544"/>
            <a:ext cx="2788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7423E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5048" y="3721608"/>
            <a:ext cx="3209544" cy="1453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02422"/>
                </a:solidFill>
                <a:latin typeface="Aptos"/>
              </a:defRPr>
            </a:pPr>
            <a:r>
              <a:t>Mortensen 2026 · Wang &amp; Zhong 2024 · Raissi 2019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Presentation Structure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INTRODUCTION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