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38" Type="http://schemas.openxmlformats.org/officeDocument/2006/relationships/slide" Target="slides/slide30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868680"/>
            <a:ext cx="539496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ed_bar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59789"/>
            <a:ext cx="5248656" cy="164678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63640" y="868680"/>
            <a:ext cx="539496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2_all_k_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509" y="941832"/>
            <a:ext cx="4643220" cy="32826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4800600"/>
            <a:ext cx="3429000" cy="91440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49103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MAE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239512"/>
            <a:ext cx="313639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Shows mean error and seed stability.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800600"/>
            <a:ext cx="3429000" cy="91440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9103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L2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5239512"/>
            <a:ext cx="313639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Shows full-field error over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4800600"/>
            <a:ext cx="2834640" cy="91440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4910328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5239512"/>
            <a:ext cx="254203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Bayesian/TPE is robust; early windows are hardest.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Canonical 2D: MAE Variability and L2 Curves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