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41" Type="http://schemas.openxmlformats.org/officeDocument/2006/relationships/slide" Target="slides/slide32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553212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4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269470"/>
            <a:ext cx="5385816" cy="345037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80760" y="1051560"/>
            <a:ext cx="507492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able D.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433639"/>
            <a:ext cx="4928616" cy="312204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5166360"/>
            <a:ext cx="3337560" cy="86868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527608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605272"/>
            <a:ext cx="304495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Average Celsius error over 3D windows. Lower is better.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5166360"/>
            <a:ext cx="3337560" cy="86868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527608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5605272"/>
            <a:ext cx="304495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Field error at t=30 s. It checks the 3D temperature volume.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5166360"/>
            <a:ext cx="3154680" cy="86868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5276088"/>
            <a:ext cx="2862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2983" y="5605272"/>
            <a:ext cx="286207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Bayesian/TPE is robust, but curved and stacked geometries are harder.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3D Results: MAE and L2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