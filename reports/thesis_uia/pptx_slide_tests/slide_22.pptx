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25" Type="http://schemas.openxmlformats.org/officeDocument/2006/relationships/slide" Target="slides/slide22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/Relationships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914400"/>
            <a:ext cx="5303520" cy="516636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mswp_three_mo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778508"/>
            <a:ext cx="5157216" cy="343814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7920" y="914400"/>
            <a:ext cx="5120640" cy="114300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024128"/>
            <a:ext cx="48280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Formula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1353312"/>
            <a:ext cx="4828031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Delta t_k = k * Delta t_a, with Delta t_a = 1.5 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17920" y="2331720"/>
          <a:ext cx="512064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</a:tblGrid>
              <a:tr h="373380">
                <a:tc>
                  <a:txBody>
                    <a:bodyPr anchor="ctr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</a:t>
                      </a:r>
                    </a:p>
                  </a:txBody>
                  <a:tcPr>
                    <a:solidFill>
                      <a:srgbClr val="9742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Windows</a:t>
                      </a:r>
                    </a:p>
                  </a:txBody>
                  <a:tcPr>
                    <a:solidFill>
                      <a:srgbClr val="9742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FEM saving</a:t>
                      </a:r>
                    </a:p>
                  </a:txBody>
                  <a:tcPr>
                    <a:solidFill>
                      <a:srgbClr val="97423E"/>
                    </a:solidFill>
                  </a:tcPr>
                </a:tc>
              </a:tr>
              <a:tr h="373380"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20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0%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50%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</a:tr>
              <a:tr h="373380"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65%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75%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</a:tr>
              <a:tr h="373380"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80%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217920" y="4892040"/>
            <a:ext cx="5120640" cy="86868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5001768"/>
            <a:ext cx="48280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Operating modes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5330952"/>
            <a:ext cx="4828031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Fixed-k tests constant windows, adaptive-k changes k during the transient, and PINN-only removes FEM correction after the first state.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Skip Factor and Operating Modes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