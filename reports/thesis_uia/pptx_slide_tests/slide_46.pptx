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61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3566160" cy="5166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Physics simplification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353312"/>
            <a:ext cx="327355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Constant kT, rho cp and h. Real quenching uses temperature-dependent material properties and five boiling regimes.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3566160" cy="5166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Solver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353312"/>
            <a:ext cx="327355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Reference fields come from the in-house Crank-Nicolson solver, not from StaMiSim or Abaqus. Mesh independence remains future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914400"/>
            <a:ext cx="3429000" cy="5166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0241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NAS and data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353312"/>
            <a:ext cx="313639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NAS budget and benchmark geometries are finite. The real Mortensen mesh is the next deployment target, not yet the main experiment.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Conclusion: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CONCLUSION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