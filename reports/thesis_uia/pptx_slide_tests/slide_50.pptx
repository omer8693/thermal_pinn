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3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65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7423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02422"/>
                </a:solidFill>
                <a:latin typeface="Aptos"/>
              </a:defRPr>
            </a:pPr>
            <a:r>
              <a:t>Questions and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794760"/>
            <a:ext cx="8503920" cy="123444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3904488"/>
            <a:ext cx="8211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Main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4233672"/>
            <a:ext cx="82113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FEM-anchored NAS-PINN can reduce FEM calls while keeping useful thermal-field accuracy. FEM is accelerated, not removed.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