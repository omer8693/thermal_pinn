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39" Type="http://schemas.openxmlformats.org/officeDocument/2006/relationships/slide" Target="slides/slide31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36118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d_bestk_bayesian_rect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1" y="2138086"/>
            <a:ext cx="3465576" cy="217034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60520" y="1051560"/>
            <a:ext cx="36118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d_bestk_nsga2_rect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138086"/>
            <a:ext cx="3465576" cy="217034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18120" y="1051560"/>
            <a:ext cx="36118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d_bestk_nsga3_lsh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2" y="2032383"/>
            <a:ext cx="3465576" cy="238175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31520" y="5577840"/>
            <a:ext cx="3383280" cy="5943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68756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Why these?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6016752"/>
            <a:ext cx="309067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One best representative geometry per architecture.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5577840"/>
            <a:ext cx="3383280" cy="5943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568756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How to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6016752"/>
            <a:ext cx="309067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MAE tells average error; heat map shows where the field error appears.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5577840"/>
            <a:ext cx="3246120" cy="5943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3" y="568756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6016752"/>
            <a:ext cx="295351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best visual cases still need L2/MAE support.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2D Heat Maps: Best Geometry per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