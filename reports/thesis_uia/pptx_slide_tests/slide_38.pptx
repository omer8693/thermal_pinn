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1" Type="http://schemas.openxmlformats.org/officeDocument/2006/relationships/slide" Target="slides/slide38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051560"/>
            <a:ext cx="530352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ermal_fin_fem_adaptive_clean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61892"/>
            <a:ext cx="5157216" cy="383129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051560"/>
            <a:ext cx="530352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hermal_fin_pinn_only_best_clean_heat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267983"/>
            <a:ext cx="5157216" cy="38191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5532120"/>
            <a:ext cx="5074920" cy="594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564184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With FEM anchors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5971031"/>
            <a:ext cx="47823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field is corrected at window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532120"/>
            <a:ext cx="5074920" cy="594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564184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Without FEM anchors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5971031"/>
            <a:ext cx="478231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Errors accumulate and spread across the field.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Adaptive vs PINN-only Heat Maps (2D)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