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98" r:id="rId5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50" Type="http://schemas.openxmlformats.org/officeDocument/2006/relationships/slide" Target="slides/slide37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/Relationships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974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"/>
            <a:ext cx="12191695" cy="45720"/>
          </a:xfrm>
          <a:prstGeom prst="rect">
            <a:avLst/>
          </a:prstGeom>
          <a:solidFill>
            <a:srgbClr val="DC7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051560"/>
            <a:ext cx="3657600" cy="4160520"/>
          </a:xfrm>
          <a:prstGeom prst="rect">
            <a:avLst/>
          </a:prstGeom>
          <a:solidFill>
            <a:srgbClr val="FFFFFF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hermal_fin_bayesian_fixed_k_clean_heatma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742" y="1124712"/>
            <a:ext cx="3401074" cy="4014215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4160520" y="1051560"/>
            <a:ext cx="3657600" cy="4160520"/>
          </a:xfrm>
          <a:prstGeom prst="rect">
            <a:avLst/>
          </a:prstGeom>
          <a:solidFill>
            <a:srgbClr val="FFFFFF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thermal_fin_nsga2_fixed_k_clean_heatmap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8782" y="1124712"/>
            <a:ext cx="3401074" cy="4014215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909560" y="1051560"/>
            <a:ext cx="3657600" cy="4160520"/>
          </a:xfrm>
          <a:prstGeom prst="rect">
            <a:avLst/>
          </a:prstGeom>
          <a:solidFill>
            <a:srgbClr val="FFFFFF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hermal_fin_nsga3_fixed_k_clean_heatmap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6386" y="1124712"/>
            <a:ext cx="3403946" cy="4014215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914400" y="5532120"/>
            <a:ext cx="10378440" cy="594360"/>
          </a:xfrm>
          <a:prstGeom prst="rect">
            <a:avLst/>
          </a:prstGeom>
          <a:solidFill>
            <a:srgbClr val="F6F1EA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0704" y="5641848"/>
            <a:ext cx="100858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7423E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" y="5971031"/>
            <a:ext cx="10085832" cy="82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2422"/>
                </a:solidFill>
                <a:latin typeface="Aptos"/>
              </a:defRPr>
            </a:pPr>
            <a:r>
              <a:t>These 2D cross-sections show that FEM anchoring keeps the error pattern local and controlled.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228600"/>
            <a:ext cx="96012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1C232B"/>
                </a:solidFill>
                <a:latin typeface="Arial"/>
              </a:rPr>
              <a:t>Thermal Fin: Fixed-k Heat Maps (2D)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713232"/>
            <a:ext cx="38404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RESULTS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364224"/>
            <a:ext cx="11155680" cy="9144"/>
          </a:xfrm>
          <a:prstGeom prst="rect">
            <a:avLst/>
          </a:prstGeom>
          <a:solidFill>
            <a:srgbClr val="DCDCDC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428232"/>
            <a:ext cx="22860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88920" y="6428232"/>
            <a:ext cx="2743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28232"/>
            <a:ext cx="457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6C75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