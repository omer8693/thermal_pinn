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4114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UiA | University of Agder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900" b="1">
                <a:solidFill>
                  <a:srgbClr val="1C232B"/>
                </a:solidFill>
                <a:latin typeface="Arial"/>
              </a:rPr>
              <a:t>NAS-Guided FEM-Anchored PINNs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21992"/>
            <a:ext cx="1051560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B82025"/>
                </a:solidFill>
                <a:latin typeface="Arial"/>
              </a:rPr>
              <a:t>Multi-Step Window Prediction for Transient A356 Water Quenching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10241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1C232B"/>
                </a:solidFill>
                <a:latin typeface="Arial"/>
              </a:rPr>
              <a:t>Step Optimization in Thermal Simulation Using Selective Finite Element Method Step Skipping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69080"/>
            <a:ext cx="7772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C232B"/>
                </a:solidFill>
                <a:latin typeface="Arial"/>
              </a:rPr>
              <a:t>Omer Cetinkaya | University of Agder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462272"/>
            <a:ext cx="7772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646C75"/>
                </a:solidFill>
                <a:latin typeface="Arial"/>
              </a:rPr>
              <a:t>Supervisor: Prof. Turgay Celik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