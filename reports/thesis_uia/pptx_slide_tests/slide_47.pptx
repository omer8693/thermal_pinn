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0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62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914400"/>
          <a:ext cx="109728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899160"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Future step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</a:tr>
              <a:tr h="899160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Apply to Mortensen industrial mesh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Direct test on the target deployment geometry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Use full h(T) boiling curve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Closer physics to industrial water quenching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</a:tr>
              <a:tr h="899160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Architecture-specific adaptive-k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Better thresholds for each architecture's baseline error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Residual-based sampling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More training effort where physics residual is hardest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</a:tr>
              <a:tr h="899160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Validate against StaMiSim/Abaqus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Confirm that benchmark errors reflect true physics accuracy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Conclusion: Future Work and Closing Remarks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CONCLUSION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