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7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914400"/>
          <a:ext cx="10972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Selected architecture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in method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Bayesian/TPE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5 layers x 151, ReLU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High-capacity accuracy-focused model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NSGA-II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3 layers x 153, tanh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Accuracy-size trade-off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742950"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NSGA-III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3 layers x 75, tanh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Compact Pareto-diverse model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251960"/>
            <a:ext cx="3429000" cy="13716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36168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Search setting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690872"/>
            <a:ext cx="313639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Search once on the 2D rectangle validation domain, then transfer architectures.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3429000" cy="13716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436168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4690872"/>
            <a:ext cx="313639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Each window is trained with Adam followed by L-BFGS.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251960"/>
            <a:ext cx="3246120" cy="13716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436168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Why transfer?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4690872"/>
            <a:ext cx="29535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Industrial use requires architecture robustness across geometries.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Architecture Search and Training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