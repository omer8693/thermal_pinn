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6" Type="http://schemas.openxmlformats.org/officeDocument/2006/relationships/slide" Target="slides/slide28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051560"/>
            <a:ext cx="438912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.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57418"/>
            <a:ext cx="4242816" cy="261728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49240" y="1051560"/>
            <a:ext cx="566928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aptive_k_2d_canonical_schedule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1294212"/>
            <a:ext cx="5522976" cy="294369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14400" y="4892040"/>
            <a:ext cx="10378440" cy="8229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5001768"/>
            <a:ext cx="10085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this helps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5330952"/>
            <a:ext cx="10085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setup gives the experiment rules. The schedule table shows when FEM calls are skipped. Read them together before judging MAE and L2.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2D: Setup and Adaptive-k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