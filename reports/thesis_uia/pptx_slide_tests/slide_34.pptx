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44" Type="http://schemas.openxmlformats.org/officeDocument/2006/relationships/slide" Target="slides/slide34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36118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d_bestk_bayesian_cyli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201588"/>
            <a:ext cx="3465576" cy="204334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60520" y="1051560"/>
            <a:ext cx="36118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d_bestk_nsga2_lsh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2201588"/>
            <a:ext cx="3465576" cy="204334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18120" y="1051560"/>
            <a:ext cx="36118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3d_bestk_nsga3_lsh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2" y="2201588"/>
            <a:ext cx="3465576" cy="204334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31520" y="5577840"/>
            <a:ext cx="3383280" cy="5943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68756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Why these?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6016752"/>
            <a:ext cx="309067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One strong 3D visual case per architecture.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5577840"/>
            <a:ext cx="3383280" cy="5943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568756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How to 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6016752"/>
            <a:ext cx="309067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Volumetric maps show geometry-specific field behaviour.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5577840"/>
            <a:ext cx="3246120" cy="59436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3" y="568756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6016752"/>
            <a:ext cx="295351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3D accuracy depends strongly on geometry.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3D Heat Maps: Best Geometry per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